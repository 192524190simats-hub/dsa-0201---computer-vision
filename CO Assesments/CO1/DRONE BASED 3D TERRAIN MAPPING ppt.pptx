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0" r:id="rId5"/>
    <p:sldId id="259" r:id="rId6"/>
    <p:sldId id="258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DF3F4-8496-466C-96D2-9F7C282269E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8FC48-B2ED-4331-A2DD-078C1B43CE3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8DB79-173A-4DBF-B855-F6F4307B867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D7809-A359-4941-BBBC-D6D98EA0E4B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BASED 3D TERRAIN MAPPING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 0201 – Computer Vision with open cv</a:t>
            </a:r>
          </a:p>
          <a:p>
            <a:pPr algn="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Madhulika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2136135"/>
            <a:ext cx="6788085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Drone-based mapping uses drones equipped with cameras to capture aerial images of an area.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images are processed to create accurate 2D maps and 3D terrain models.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overlapping images are captured from different viewpoints during the drone's flight.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3D models help in measuring elevation, distance, and terrain features accurately.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0E352-09E9-5FFB-D43E-EF3C91B6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85" y="2343858"/>
            <a:ext cx="3206915" cy="33122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002971"/>
            <a:ext cx="6637255" cy="403905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is the process by which light reflected from objects passes through the camera lens and is captured by the image sensor to produce a digital image.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drone camera captures light reflected from the terrain.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camera lens focuses the light onto the image sensor.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sensor converts light into digital data.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063C6-C67F-E4CF-E45B-5D078AFA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115" y="2130459"/>
            <a:ext cx="3394732" cy="3535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Binocular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8173"/>
            <a:ext cx="6835219" cy="3670202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Binocular Vision is the ability to estimate the depth and distance of objects by comparing two images captured from slightly different viewpoints, similar to how human eyes perceive depth.</a:t>
            </a:r>
          </a:p>
          <a:p>
            <a:pPr marL="0" indent="0" algn="just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two images (left and right views) of the same scene.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disparity (difference in object position) between the two images.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drones understand the 3D structure of the environment.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68283-DF63-6B8C-96CD-84C4511E5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741" y="2045617"/>
            <a:ext cx="3816546" cy="3176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Multi-View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7538"/>
            <a:ext cx="6740951" cy="328370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Multi-View Geometry is a computer vision technique that reconstructs a 3D scene by analysing multiple images of the same object or terrain captured from different viewpoints.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overlapping images captured by the drone.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and matches common feature points across images.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3D coordinates of objects and terrain.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CD08F5-0BC9-E2EA-4A0F-C23BB17E6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248" y="2500565"/>
            <a:ext cx="3867349" cy="28576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 Drone Creates a 3D Terrain Model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7F3DE7-B1B6-2F66-93F4-2D29C820D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38201" y="1690689"/>
            <a:ext cx="10191160" cy="4672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710055"/>
            <a:ext cx="10515600" cy="2212340"/>
          </a:xfrm>
        </p:spPr>
        <p:txBody>
          <a:bodyPr/>
          <a:lstStyle/>
          <a:p>
            <a:r>
              <a:rPr lang="en-GB" altLang="en-US" dirty="0"/>
              <a:t>        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0EB654-2F59-B625-8591-C40B34865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7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275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DRONE BASED 3D TERRAIN MAPPING</vt:lpstr>
      <vt:lpstr>Introduction</vt:lpstr>
      <vt:lpstr>Image Formation</vt:lpstr>
      <vt:lpstr>Binocular Vision</vt:lpstr>
      <vt:lpstr>Multi-View Geometry</vt:lpstr>
      <vt:lpstr>How a Drone Creates a 3D Terrain Model</vt:lpstr>
      <vt:lpstr> 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Madhulika Kunda</dc:creator>
  <cp:lastModifiedBy>Madhulika Kunda</cp:lastModifiedBy>
  <cp:revision>5</cp:revision>
  <dcterms:created xsi:type="dcterms:W3CDTF">2026-07-16T04:22:00Z</dcterms:created>
  <dcterms:modified xsi:type="dcterms:W3CDTF">2026-07-21T04:47:41Z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D080F907DC5A4162A7A1EE3BFDEDEEB6_12</vt:lpwstr>
  </property>
  <property fmtid="{D5CDD505-2E9C-101B-9397-08002B2CF9AE}" pid="3" name="KSOProductBuildVer">
    <vt:lpwstr>1033-12.1.0.26880</vt:lpwstr>
  </property>
</Properties>
</file>